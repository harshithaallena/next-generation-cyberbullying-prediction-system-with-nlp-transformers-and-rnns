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CyberShield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AI-Powered Cyberbullying Detection System</a:t>
            </a:r>
            <a:br/>
            <a:r>
              <a:t>Next-Generation NLP &amp; Deep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Project Overview &amp; Motivation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System Architecture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Core Features &amp; Technologies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Microservices Deep Dive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Machine Learning Models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Web Interface Demo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Windows &amp; Cross-Platform Support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Future Roadmap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Cyberbullying affects 1 in 3 teens globally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Social media platforms struggle with detection at scale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Traditional keyword-based filters produce many false positives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Real-time detection required for preventive intervention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Multi-language &amp; contextual understanding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AI-powered content analysis using state-of-the-art NLP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Ensemble of Transformers (BERT, RoBERTa, DeBERTa) + RNNs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Real-time API for instant classification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Modern web interface for easy testing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Cross-platform support (Windows, macOS, Linux)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Microservices Architecture with API Gateway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Preprocessing Service: Text cleaning &amp; normalization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Feature Service: Embeddings &amp; feature extraction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Training Service: Model training pipeline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Prediction Service: Real-time inference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Data 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User submits text via Web GUI or API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API Gateway routes to Preprocessing Service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Preprocessed text → Feature Service for embeddings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Features → Prediction Service for classification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Results returned with confidence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Backend: Python 3.11+, FastAPI, Poetry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ML/NLP: PyTorch, TensorFlow, Transformers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Frontend: React 18, Vite, Tailwind CSS, Framer Motion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Data: Pydantic schemas, Zod validation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DevOps: Docker, MLflow, GitHub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API Gateway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Central entry point for all client requests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Request validation &amp; authentication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Routes to appropriate microservices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CORS &amp; rate limiting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Health check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Preprocessing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Text cleaning: Remove special characters &amp; HTML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Normalization: Lowercase, handle emojis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Tokenization: Word &amp; subword tokenization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Language detection (optional)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Profanity &amp; slang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Feature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Statistical features: Word count, char count, etc.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Social features: Mentions, hashtags, URLs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Linguistic features: Lexical diversity, sentiment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Embedding generation: Sentence transformers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Batch processing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Training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Model training pipeline with MLflow tracking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Support for BERT, RoBERTa, DeBERTa models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RNN variants: LSTM, GRU, BiLSTM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Ensemble methods for robust predictions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Hyperparameter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Prediction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Real-time inference API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Multi-label classification output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Confidence scores for each label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Model versioning &amp; A/B testing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Explainability integration (SHAP, LIME)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Transformer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BERT: Bidirectional encoder representations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RoBERTa: Optimized BERT variant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DeBERTa: Enhanced disentangled attention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Fine-tuned on cyberbullying datasets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State-of-the-art NLP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RNN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LSTM: Long Short-Term Memory networks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GRU: Gated Recurrent Units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BiLSTM: Bidirectional LSTM for context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Handles sequential patterns in text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Complements transformer embeddings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Ensemble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Combines multiple model predictions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Weighted voting based on confidence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Stacking with meta-learner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Reduces false positives &amp; negatives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Robust across different text types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Web Interface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Modern dark theme with glass morphism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Smooth animations using Framer Motion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Real-time text analysis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Visual probability breakdown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Analysis history tracking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Frontend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React 18 with TypeScript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Vite for fast development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Tailwind CSS for styling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Framer Motion for animations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Responsive design for all devices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Windows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Batch scripts for easy setup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requirements.txt for Python dependencies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Node.js for frontend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Tested on Windows 10/11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Detailed setup documentation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Setup - Python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Install Python 3.11+ from python.org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Create virtual environment (recommended)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Run: pip install -r requirements.txt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Or use Poetry: poetry install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Start API: python -m uvicorn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Setup - Web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Install Node.js 18+ from nodejs.org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Navigate to web directory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Run: npm install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Run: npm run dev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Access at http://localhost:5173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Windows Quick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Run scripts\windows\setup.bat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This installs all dependencies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Run scripts\windows\run-api.bat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Run scripts\windows\run-frontend.bat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Open browser to http://localhost:5173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GET / - Service information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GET /health - Health check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POST /classify - Analyze text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Request: { text: string }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Response: label, confidence, probabilities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Classification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bullying - Direct hostile behavior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harassment - Repeated offensive messages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hate_speech - Protected group targeting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not_bullying - Safe content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Each with confidence score 0-1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Accuracy: Overall correct predictions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Precision: Low false positive rate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Recall: Detection of actual bullying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F1-Score: Balanced performance measure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AUC-ROC: Model discrimination ability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C4899"/>
                </a:solidFill>
              </a:defRPr>
            </a:pPr>
            <a:r>
              <a:t>Security &amp;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No text storage by default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Optional explanation generation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CORS configurable for production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Rate limiting support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Audit logging available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Multi-language support expansion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Multi-modal analysis (images, video)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Advanced explainability features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Real-time streaming support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Enterprise deployment options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How to Contribute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Fork the repository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Create feature branch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Follow code style guidelines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Add tests for new features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Submit pull request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2D3EE"/>
                </a:solidFill>
              </a:defRPr>
            </a:pPr>
            <a:r>
              <a:t>Resources &amp;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Documentation: /docs folder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API Docs: http://localhost:3000/docs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GitHub: Project repository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MLflow: Experiment tracking UI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Need help? Open an issue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A855F7"/>
                </a:solidFill>
              </a:defRPr>
            </a:pPr>
            <a:r>
              <a:t>Project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Machine Learning Engineers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NLP Specialists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Full-Stack Developers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UX/UI Designers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Open Source Contributors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Questions &amp; Discussion</a:t>
            </a:r>
            <a:br/>
            <a:br/>
            <a:r>
              <a:t>Let's build a safer internet together!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